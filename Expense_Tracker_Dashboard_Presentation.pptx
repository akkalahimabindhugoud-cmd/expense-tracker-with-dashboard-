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Expense Tracker with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Presentation</a:t>
            </a:r>
          </a:p>
          <a:p>
            <a:r>
              <a:t>Expense Management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Tracker helps users record, monitor and analyze expenses.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Difficult to track daily spending</a:t>
            </a:r>
          </a:p>
          <a:p>
            <a:r>
              <a:t>• Manual calculations take time</a:t>
            </a:r>
          </a:p>
          <a:p>
            <a:r>
              <a:t>• Limited spending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income and expenses</a:t>
            </a:r>
          </a:p>
          <a:p>
            <a:r>
              <a:t>• Categorize transactions</a:t>
            </a:r>
          </a:p>
          <a:p>
            <a:r>
              <a:t>• Generate reports</a:t>
            </a:r>
          </a:p>
          <a:p>
            <a:r>
              <a:t>• Dashboard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Add/Edit/Delete expenses</a:t>
            </a:r>
          </a:p>
          <a:p>
            <a:r>
              <a:t>• Category management</a:t>
            </a:r>
          </a:p>
          <a:p>
            <a:r>
              <a:t>• Dashboard visualization</a:t>
            </a:r>
          </a:p>
          <a:p>
            <a:r>
              <a:t>• Monthly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HTML/CSS/JavaScript</a:t>
            </a:r>
          </a:p>
          <a:p>
            <a:r>
              <a:t>Backend: Python/Node.js</a:t>
            </a:r>
          </a:p>
          <a:p>
            <a:r>
              <a:t>Database: MySQL/MongoDB</a:t>
            </a:r>
          </a:p>
          <a:p>
            <a:r>
              <a:t>Version Control: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Application → Database →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transaction</a:t>
            </a:r>
          </a:p>
          <a:p>
            <a:r>
              <a:t>2. Data stored in database</a:t>
            </a:r>
          </a:p>
          <a:p>
            <a:r>
              <a:t>3. Data processed</a:t>
            </a:r>
          </a:p>
          <a:p>
            <a:r>
              <a:t>4. Dashboard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time</a:t>
            </a:r>
          </a:p>
          <a:p>
            <a:r>
              <a:t>• Better planning</a:t>
            </a:r>
          </a:p>
          <a:p>
            <a:r>
              <a:t>• Visual insights</a:t>
            </a:r>
          </a:p>
          <a:p>
            <a:r>
              <a:t>• Easy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suggestions</a:t>
            </a:r>
          </a:p>
          <a:p>
            <a:r>
              <a:t>• Budget alerts</a:t>
            </a:r>
          </a:p>
          <a:p>
            <a:r>
              <a:t>• Mobile app</a:t>
            </a:r>
          </a:p>
          <a:p>
            <a:r>
              <a:t>• Cloud synchronization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chart below</a:t>
            </a:r>
          </a:p>
        </p:txBody>
      </p:sp>
      <p:pic>
        <p:nvPicPr>
          <p:cNvPr id="4" name="Picture 3" descr="dashboar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